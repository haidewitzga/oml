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694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BE6348-F8BA-4DB9-BB6A-AC6CDD4AAC90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15F31A9-30B5-4FEA-8205-D5F6BB8A914F}">
      <dgm:prSet phldrT="[Text]" phldr="0"/>
      <dgm:spPr/>
      <dgm:t>
        <a:bodyPr/>
        <a:lstStyle/>
        <a:p>
          <a:r>
            <a:rPr lang="de-DE" dirty="0"/>
            <a:t>- </a:t>
          </a:r>
          <a:r>
            <a:rPr lang="de-DE" dirty="0" err="1"/>
            <a:t>Added</a:t>
          </a:r>
          <a:r>
            <a:rPr lang="de-DE" dirty="0"/>
            <a:t> </a:t>
          </a:r>
          <a:r>
            <a:rPr lang="de-DE" dirty="0" err="1"/>
            <a:t>missing</a:t>
          </a:r>
          <a:r>
            <a:rPr lang="de-DE" dirty="0"/>
            <a:t> </a:t>
          </a:r>
        </a:p>
        <a:p>
          <a:pPr>
            <a:buFont typeface="Arial" panose="020B0604020202020204" pitchFamily="34" charset="0"/>
            <a:buChar char="•"/>
          </a:pPr>
          <a:r>
            <a:rPr lang="de-DE" dirty="0" err="1"/>
            <a:t>build</a:t>
          </a:r>
          <a:endParaRPr lang="de-DE" dirty="0"/>
        </a:p>
      </dgm:t>
    </dgm:pt>
    <dgm:pt modelId="{84844E87-874E-4FF0-B25B-D3DB341B4256}" type="parTrans" cxnId="{FC4ABE6A-DEA7-4310-920A-0AC11C23C2D8}">
      <dgm:prSet/>
      <dgm:spPr/>
      <dgm:t>
        <a:bodyPr/>
        <a:lstStyle/>
        <a:p>
          <a:endParaRPr lang="de-DE"/>
        </a:p>
      </dgm:t>
    </dgm:pt>
    <dgm:pt modelId="{9BA022F9-8E66-4154-9121-EC00FF559858}" type="sibTrans" cxnId="{FC4ABE6A-DEA7-4310-920A-0AC11C23C2D8}">
      <dgm:prSet/>
      <dgm:spPr/>
      <dgm:t>
        <a:bodyPr/>
        <a:lstStyle/>
        <a:p>
          <a:endParaRPr lang="de-DE"/>
        </a:p>
      </dgm:t>
    </dgm:pt>
    <dgm:pt modelId="{D553C7E5-DD51-4D5A-8A4F-A66A0754221D}">
      <dgm:prSet phldrT="[Text]" phldr="1"/>
      <dgm:spPr/>
      <dgm:t>
        <a:bodyPr/>
        <a:lstStyle/>
        <a:p>
          <a:endParaRPr lang="de-DE"/>
        </a:p>
      </dgm:t>
    </dgm:pt>
    <dgm:pt modelId="{58527416-5AA8-45C6-8833-394CC604195D}" type="parTrans" cxnId="{60176697-3D4D-4726-A383-E880F280D3D5}">
      <dgm:prSet/>
      <dgm:spPr/>
      <dgm:t>
        <a:bodyPr/>
        <a:lstStyle/>
        <a:p>
          <a:endParaRPr lang="de-DE"/>
        </a:p>
      </dgm:t>
    </dgm:pt>
    <dgm:pt modelId="{E8ED8C88-78F2-4D35-B855-E1998B6B7506}" type="sibTrans" cxnId="{60176697-3D4D-4726-A383-E880F280D3D5}">
      <dgm:prSet/>
      <dgm:spPr/>
      <dgm:t>
        <a:bodyPr/>
        <a:lstStyle/>
        <a:p>
          <a:endParaRPr lang="de-DE"/>
        </a:p>
      </dgm:t>
    </dgm:pt>
    <dgm:pt modelId="{127AFAC6-5B0C-4F03-8E93-E51859CCC3BD}">
      <dgm:prSet phldrT="[Text]" phldr="1"/>
      <dgm:spPr/>
      <dgm:t>
        <a:bodyPr/>
        <a:lstStyle/>
        <a:p>
          <a:endParaRPr lang="de-DE"/>
        </a:p>
      </dgm:t>
    </dgm:pt>
    <dgm:pt modelId="{97F4ADB5-D5BF-44A3-A44A-A4B8558497E8}" type="parTrans" cxnId="{24F8220E-95E2-4209-BCD0-70DD050CA1E1}">
      <dgm:prSet/>
      <dgm:spPr/>
      <dgm:t>
        <a:bodyPr/>
        <a:lstStyle/>
        <a:p>
          <a:endParaRPr lang="de-DE"/>
        </a:p>
      </dgm:t>
    </dgm:pt>
    <dgm:pt modelId="{6EDAFAF1-7359-41F6-968C-7F9F7D4F6F58}" type="sibTrans" cxnId="{24F8220E-95E2-4209-BCD0-70DD050CA1E1}">
      <dgm:prSet/>
      <dgm:spPr/>
      <dgm:t>
        <a:bodyPr/>
        <a:lstStyle/>
        <a:p>
          <a:endParaRPr lang="de-DE"/>
        </a:p>
      </dgm:t>
    </dgm:pt>
    <dgm:pt modelId="{4F2471D8-C380-468F-8BD6-F21A56A6F6A2}">
      <dgm:prSet phldrT="[Text]" phldr="1"/>
      <dgm:spPr/>
      <dgm:t>
        <a:bodyPr/>
        <a:lstStyle/>
        <a:p>
          <a:endParaRPr lang="de-DE"/>
        </a:p>
      </dgm:t>
    </dgm:pt>
    <dgm:pt modelId="{FC644A01-01F8-4F7C-B666-CC848D38FB56}" type="parTrans" cxnId="{8CE3E8DA-190C-442F-B8CA-861591DA0685}">
      <dgm:prSet/>
      <dgm:spPr/>
      <dgm:t>
        <a:bodyPr/>
        <a:lstStyle/>
        <a:p>
          <a:endParaRPr lang="de-DE"/>
        </a:p>
      </dgm:t>
    </dgm:pt>
    <dgm:pt modelId="{B211A612-692B-4F72-A166-0098CD177892}" type="sibTrans" cxnId="{8CE3E8DA-190C-442F-B8CA-861591DA0685}">
      <dgm:prSet/>
      <dgm:spPr/>
      <dgm:t>
        <a:bodyPr/>
        <a:lstStyle/>
        <a:p>
          <a:endParaRPr lang="de-DE"/>
        </a:p>
      </dgm:t>
    </dgm:pt>
    <dgm:pt modelId="{637A03B4-59B5-4A0B-9209-04AF114DB5E6}">
      <dgm:prSet phldrT="[Text]" phldr="1"/>
      <dgm:spPr/>
      <dgm:t>
        <a:bodyPr/>
        <a:lstStyle/>
        <a:p>
          <a:endParaRPr lang="de-DE"/>
        </a:p>
      </dgm:t>
    </dgm:pt>
    <dgm:pt modelId="{85BFA3F4-3AB7-4D3B-8581-FE5B0D0E4D27}" type="parTrans" cxnId="{5DDFA1B8-D166-4C4F-B576-1458F67AF439}">
      <dgm:prSet/>
      <dgm:spPr/>
      <dgm:t>
        <a:bodyPr/>
        <a:lstStyle/>
        <a:p>
          <a:endParaRPr lang="de-DE"/>
        </a:p>
      </dgm:t>
    </dgm:pt>
    <dgm:pt modelId="{99BCFF1A-F999-45E9-95C2-8C2A654BEE63}" type="sibTrans" cxnId="{5DDFA1B8-D166-4C4F-B576-1458F67AF439}">
      <dgm:prSet/>
      <dgm:spPr/>
      <dgm:t>
        <a:bodyPr/>
        <a:lstStyle/>
        <a:p>
          <a:endParaRPr lang="de-DE"/>
        </a:p>
      </dgm:t>
    </dgm:pt>
    <dgm:pt modelId="{909A5FEB-4EEA-4027-96DA-B6D09E26C1DE}">
      <dgm:prSet phldrT="[Text]" phldr="1"/>
      <dgm:spPr/>
      <dgm:t>
        <a:bodyPr/>
        <a:lstStyle/>
        <a:p>
          <a:endParaRPr lang="de-DE"/>
        </a:p>
      </dgm:t>
    </dgm:pt>
    <dgm:pt modelId="{1A81D156-12A6-4C1F-9031-D2F2C9F677EA}" type="parTrans" cxnId="{7A66392E-CDC9-4892-9045-4D4A0572EA02}">
      <dgm:prSet/>
      <dgm:spPr/>
      <dgm:t>
        <a:bodyPr/>
        <a:lstStyle/>
        <a:p>
          <a:endParaRPr lang="de-DE"/>
        </a:p>
      </dgm:t>
    </dgm:pt>
    <dgm:pt modelId="{E3BA5689-34D0-446D-A21A-B0B921DD6B1F}" type="sibTrans" cxnId="{7A66392E-CDC9-4892-9045-4D4A0572EA02}">
      <dgm:prSet/>
      <dgm:spPr/>
      <dgm:t>
        <a:bodyPr/>
        <a:lstStyle/>
        <a:p>
          <a:endParaRPr lang="de-DE"/>
        </a:p>
      </dgm:t>
    </dgm:pt>
    <dgm:pt modelId="{F0533F7A-8383-4BA3-A4A5-418328170D53}">
      <dgm:prSet phldrT="[Text]" phldr="0"/>
      <dgm:spPr/>
      <dgm:t>
        <a:bodyPr/>
        <a:lstStyle/>
        <a:p>
          <a:r>
            <a:rPr lang="de-DE" dirty="0"/>
            <a:t>Data </a:t>
          </a:r>
          <a:r>
            <a:rPr lang="de-DE" dirty="0" err="1"/>
            <a:t>exploration</a:t>
          </a:r>
          <a:r>
            <a:rPr lang="de-DE" dirty="0"/>
            <a:t> &amp; </a:t>
          </a:r>
          <a:r>
            <a:rPr lang="de-DE" dirty="0" err="1"/>
            <a:t>preprocessing</a:t>
          </a:r>
          <a:endParaRPr lang="de-DE" dirty="0"/>
        </a:p>
      </dgm:t>
    </dgm:pt>
    <dgm:pt modelId="{03F598D5-C9B2-4A63-A8D4-FB34B502984A}" type="parTrans" cxnId="{717FFF37-4FF3-424B-90AB-E40EBA959703}">
      <dgm:prSet/>
      <dgm:spPr/>
      <dgm:t>
        <a:bodyPr/>
        <a:lstStyle/>
        <a:p>
          <a:endParaRPr lang="de-DE"/>
        </a:p>
      </dgm:t>
    </dgm:pt>
    <dgm:pt modelId="{90C60454-4C0D-49EF-A77D-7D44F22F8D8F}" type="sibTrans" cxnId="{717FFF37-4FF3-424B-90AB-E40EBA959703}">
      <dgm:prSet/>
      <dgm:spPr/>
      <dgm:t>
        <a:bodyPr/>
        <a:lstStyle/>
        <a:p>
          <a:endParaRPr lang="de-DE"/>
        </a:p>
      </dgm:t>
    </dgm:pt>
    <dgm:pt modelId="{96DE1D6A-C948-4B86-87C9-CDE764DAFA72}">
      <dgm:prSet phldrT="[Text]" phldr="1"/>
      <dgm:spPr/>
      <dgm:t>
        <a:bodyPr/>
        <a:lstStyle/>
        <a:p>
          <a:endParaRPr lang="de-DE"/>
        </a:p>
      </dgm:t>
    </dgm:pt>
    <dgm:pt modelId="{552D6AC6-F160-4DAF-82AB-49914766DC2B}" type="parTrans" cxnId="{8D83F4C6-1164-422A-8008-8D57695544DB}">
      <dgm:prSet/>
      <dgm:spPr/>
      <dgm:t>
        <a:bodyPr/>
        <a:lstStyle/>
        <a:p>
          <a:endParaRPr lang="de-DE"/>
        </a:p>
      </dgm:t>
    </dgm:pt>
    <dgm:pt modelId="{ACE3E97B-924E-4BAF-95BB-3FEF8A3FA461}" type="sibTrans" cxnId="{8D83F4C6-1164-422A-8008-8D57695544DB}">
      <dgm:prSet/>
      <dgm:spPr/>
      <dgm:t>
        <a:bodyPr/>
        <a:lstStyle/>
        <a:p>
          <a:endParaRPr lang="de-DE"/>
        </a:p>
      </dgm:t>
    </dgm:pt>
    <dgm:pt modelId="{7312AE44-061C-471A-9071-8D5F2A4C1E65}">
      <dgm:prSet phldrT="[Text]" phldr="1"/>
      <dgm:spPr/>
      <dgm:t>
        <a:bodyPr/>
        <a:lstStyle/>
        <a:p>
          <a:endParaRPr lang="de-DE"/>
        </a:p>
      </dgm:t>
    </dgm:pt>
    <dgm:pt modelId="{EC6F6E9D-A2C3-4788-BC8B-23CD1BC5117C}" type="parTrans" cxnId="{B7966CB5-F9EB-4A8E-BE0D-F314B855603E}">
      <dgm:prSet/>
      <dgm:spPr/>
      <dgm:t>
        <a:bodyPr/>
        <a:lstStyle/>
        <a:p>
          <a:endParaRPr lang="de-DE"/>
        </a:p>
      </dgm:t>
    </dgm:pt>
    <dgm:pt modelId="{1A5460EF-94EA-4B73-AD53-5143514FA56D}" type="sibTrans" cxnId="{B7966CB5-F9EB-4A8E-BE0D-F314B855603E}">
      <dgm:prSet/>
      <dgm:spPr/>
      <dgm:t>
        <a:bodyPr/>
        <a:lstStyle/>
        <a:p>
          <a:endParaRPr lang="de-DE"/>
        </a:p>
      </dgm:t>
    </dgm:pt>
    <dgm:pt modelId="{9C7D459D-EC0F-415A-AECF-107046FF2A74}" type="pres">
      <dgm:prSet presAssocID="{51BE6348-F8BA-4DB9-BB6A-AC6CDD4AAC9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E6424F2-5119-42D8-A316-F7C3957AA6C0}" type="pres">
      <dgm:prSet presAssocID="{51BE6348-F8BA-4DB9-BB6A-AC6CDD4AAC90}" presName="hierFlow" presStyleCnt="0"/>
      <dgm:spPr/>
    </dgm:pt>
    <dgm:pt modelId="{2AF4C6A1-1608-4175-8D7B-63A38700E004}" type="pres">
      <dgm:prSet presAssocID="{51BE6348-F8BA-4DB9-BB6A-AC6CDD4AAC90}" presName="firstBuf" presStyleCnt="0"/>
      <dgm:spPr/>
    </dgm:pt>
    <dgm:pt modelId="{C2E4845A-E25A-4556-8FDC-28882157E527}" type="pres">
      <dgm:prSet presAssocID="{51BE6348-F8BA-4DB9-BB6A-AC6CDD4AAC9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C87599DA-AB6C-4A5A-8B71-3582660BA72F}" type="pres">
      <dgm:prSet presAssocID="{E15F31A9-30B5-4FEA-8205-D5F6BB8A914F}" presName="Name14" presStyleCnt="0"/>
      <dgm:spPr/>
    </dgm:pt>
    <dgm:pt modelId="{D8441642-754F-4D6D-A7D4-8B06811D47DF}" type="pres">
      <dgm:prSet presAssocID="{E15F31A9-30B5-4FEA-8205-D5F6BB8A914F}" presName="level1Shape" presStyleLbl="node0" presStyleIdx="0" presStyleCnt="1" custLinFactNeighborX="-4710" custLinFactNeighborY="4418">
        <dgm:presLayoutVars>
          <dgm:chPref val="3"/>
        </dgm:presLayoutVars>
      </dgm:prSet>
      <dgm:spPr/>
    </dgm:pt>
    <dgm:pt modelId="{5916A5AD-B8A6-4F9A-A400-D555E2EF6BE0}" type="pres">
      <dgm:prSet presAssocID="{E15F31A9-30B5-4FEA-8205-D5F6BB8A914F}" presName="hierChild2" presStyleCnt="0"/>
      <dgm:spPr/>
    </dgm:pt>
    <dgm:pt modelId="{AF99514F-A9C9-49F0-A5CE-1FA1B5CC3E2C}" type="pres">
      <dgm:prSet presAssocID="{58527416-5AA8-45C6-8833-394CC604195D}" presName="Name19" presStyleLbl="parChTrans1D2" presStyleIdx="0" presStyleCnt="2"/>
      <dgm:spPr/>
    </dgm:pt>
    <dgm:pt modelId="{B63E5CDB-C43E-44FD-8C7A-9CA600B6C4A5}" type="pres">
      <dgm:prSet presAssocID="{D553C7E5-DD51-4D5A-8A4F-A66A0754221D}" presName="Name21" presStyleCnt="0"/>
      <dgm:spPr/>
    </dgm:pt>
    <dgm:pt modelId="{A3EFEC0B-A5AA-49BD-AE57-15945BFB06F7}" type="pres">
      <dgm:prSet presAssocID="{D553C7E5-DD51-4D5A-8A4F-A66A0754221D}" presName="level2Shape" presStyleLbl="node2" presStyleIdx="0" presStyleCnt="2"/>
      <dgm:spPr/>
    </dgm:pt>
    <dgm:pt modelId="{C99F8AD3-6F02-47B6-981B-E2EE52C2C76C}" type="pres">
      <dgm:prSet presAssocID="{D553C7E5-DD51-4D5A-8A4F-A66A0754221D}" presName="hierChild3" presStyleCnt="0"/>
      <dgm:spPr/>
    </dgm:pt>
    <dgm:pt modelId="{C19D1E2C-E742-433D-8D0A-79FA02AD8342}" type="pres">
      <dgm:prSet presAssocID="{97F4ADB5-D5BF-44A3-A44A-A4B8558497E8}" presName="Name19" presStyleLbl="parChTrans1D3" presStyleIdx="0" presStyleCnt="3"/>
      <dgm:spPr/>
    </dgm:pt>
    <dgm:pt modelId="{740ACE47-00F3-4392-929F-94E8438A55A2}" type="pres">
      <dgm:prSet presAssocID="{127AFAC6-5B0C-4F03-8E93-E51859CCC3BD}" presName="Name21" presStyleCnt="0"/>
      <dgm:spPr/>
    </dgm:pt>
    <dgm:pt modelId="{2243048D-68CB-4E3E-AF93-CCB84F726458}" type="pres">
      <dgm:prSet presAssocID="{127AFAC6-5B0C-4F03-8E93-E51859CCC3BD}" presName="level2Shape" presStyleLbl="node3" presStyleIdx="0" presStyleCnt="3"/>
      <dgm:spPr/>
    </dgm:pt>
    <dgm:pt modelId="{0A66574C-F4EC-438A-B57D-F2B0F55F243B}" type="pres">
      <dgm:prSet presAssocID="{127AFAC6-5B0C-4F03-8E93-E51859CCC3BD}" presName="hierChild3" presStyleCnt="0"/>
      <dgm:spPr/>
    </dgm:pt>
    <dgm:pt modelId="{5902102C-6EFA-463C-816E-B53F2FCDC015}" type="pres">
      <dgm:prSet presAssocID="{FC644A01-01F8-4F7C-B666-CC848D38FB56}" presName="Name19" presStyleLbl="parChTrans1D3" presStyleIdx="1" presStyleCnt="3"/>
      <dgm:spPr/>
    </dgm:pt>
    <dgm:pt modelId="{F4ABC0AD-5B79-4F04-B8D9-DEE07120C7B7}" type="pres">
      <dgm:prSet presAssocID="{4F2471D8-C380-468F-8BD6-F21A56A6F6A2}" presName="Name21" presStyleCnt="0"/>
      <dgm:spPr/>
    </dgm:pt>
    <dgm:pt modelId="{A722D2C5-C5F1-4A5E-972F-C3F2E8B7ACC9}" type="pres">
      <dgm:prSet presAssocID="{4F2471D8-C380-468F-8BD6-F21A56A6F6A2}" presName="level2Shape" presStyleLbl="node3" presStyleIdx="1" presStyleCnt="3"/>
      <dgm:spPr/>
    </dgm:pt>
    <dgm:pt modelId="{6AFAA595-B9EE-43D4-B53E-FC5906404A2A}" type="pres">
      <dgm:prSet presAssocID="{4F2471D8-C380-468F-8BD6-F21A56A6F6A2}" presName="hierChild3" presStyleCnt="0"/>
      <dgm:spPr/>
    </dgm:pt>
    <dgm:pt modelId="{DBB18E3C-B33B-4201-8E2B-CFF146A4CB7D}" type="pres">
      <dgm:prSet presAssocID="{85BFA3F4-3AB7-4D3B-8581-FE5B0D0E4D27}" presName="Name19" presStyleLbl="parChTrans1D2" presStyleIdx="1" presStyleCnt="2"/>
      <dgm:spPr/>
    </dgm:pt>
    <dgm:pt modelId="{048D8A8D-053C-47BB-AB8A-4726DFB4E2F8}" type="pres">
      <dgm:prSet presAssocID="{637A03B4-59B5-4A0B-9209-04AF114DB5E6}" presName="Name21" presStyleCnt="0"/>
      <dgm:spPr/>
    </dgm:pt>
    <dgm:pt modelId="{1D526752-D39C-4A5F-B72D-10C258FC5FC6}" type="pres">
      <dgm:prSet presAssocID="{637A03B4-59B5-4A0B-9209-04AF114DB5E6}" presName="level2Shape" presStyleLbl="node2" presStyleIdx="1" presStyleCnt="2"/>
      <dgm:spPr/>
    </dgm:pt>
    <dgm:pt modelId="{846F1729-DC10-4731-9C82-9CC6A267471D}" type="pres">
      <dgm:prSet presAssocID="{637A03B4-59B5-4A0B-9209-04AF114DB5E6}" presName="hierChild3" presStyleCnt="0"/>
      <dgm:spPr/>
    </dgm:pt>
    <dgm:pt modelId="{D2E5CDF6-9DB6-4FEC-AE38-3EC402B21DF4}" type="pres">
      <dgm:prSet presAssocID="{1A81D156-12A6-4C1F-9031-D2F2C9F677EA}" presName="Name19" presStyleLbl="parChTrans1D3" presStyleIdx="2" presStyleCnt="3"/>
      <dgm:spPr/>
    </dgm:pt>
    <dgm:pt modelId="{5E559A37-740D-445F-ABA3-0C76F880156A}" type="pres">
      <dgm:prSet presAssocID="{909A5FEB-4EEA-4027-96DA-B6D09E26C1DE}" presName="Name21" presStyleCnt="0"/>
      <dgm:spPr/>
    </dgm:pt>
    <dgm:pt modelId="{9559C281-C323-4E89-B45D-150BE539E04F}" type="pres">
      <dgm:prSet presAssocID="{909A5FEB-4EEA-4027-96DA-B6D09E26C1DE}" presName="level2Shape" presStyleLbl="node3" presStyleIdx="2" presStyleCnt="3"/>
      <dgm:spPr/>
    </dgm:pt>
    <dgm:pt modelId="{B1CBCDCD-4410-4C33-A67F-5F997F3D59CB}" type="pres">
      <dgm:prSet presAssocID="{909A5FEB-4EEA-4027-96DA-B6D09E26C1DE}" presName="hierChild3" presStyleCnt="0"/>
      <dgm:spPr/>
    </dgm:pt>
    <dgm:pt modelId="{3803027C-E2D6-4D07-B11B-A97666506F69}" type="pres">
      <dgm:prSet presAssocID="{51BE6348-F8BA-4DB9-BB6A-AC6CDD4AAC90}" presName="bgShapesFlow" presStyleCnt="0"/>
      <dgm:spPr/>
    </dgm:pt>
    <dgm:pt modelId="{53612B68-C3F5-4147-814F-5E62720B4D49}" type="pres">
      <dgm:prSet presAssocID="{F0533F7A-8383-4BA3-A4A5-418328170D53}" presName="rectComp" presStyleCnt="0"/>
      <dgm:spPr/>
    </dgm:pt>
    <dgm:pt modelId="{25D8A062-24F1-4D8B-94C2-56451DB0DBC2}" type="pres">
      <dgm:prSet presAssocID="{F0533F7A-8383-4BA3-A4A5-418328170D53}" presName="bgRect" presStyleLbl="bgShp" presStyleIdx="0" presStyleCnt="3"/>
      <dgm:spPr/>
    </dgm:pt>
    <dgm:pt modelId="{FE87AE87-84ED-4BB6-B3B6-A4A55B193A71}" type="pres">
      <dgm:prSet presAssocID="{F0533F7A-8383-4BA3-A4A5-418328170D53}" presName="bgRectTx" presStyleLbl="bgShp" presStyleIdx="0" presStyleCnt="3">
        <dgm:presLayoutVars>
          <dgm:bulletEnabled val="1"/>
        </dgm:presLayoutVars>
      </dgm:prSet>
      <dgm:spPr/>
    </dgm:pt>
    <dgm:pt modelId="{B0226FC6-4F8C-488E-AA0D-9E49DE067432}" type="pres">
      <dgm:prSet presAssocID="{F0533F7A-8383-4BA3-A4A5-418328170D53}" presName="spComp" presStyleCnt="0"/>
      <dgm:spPr/>
    </dgm:pt>
    <dgm:pt modelId="{A0334854-52B6-488E-A321-3604BBF5FA98}" type="pres">
      <dgm:prSet presAssocID="{F0533F7A-8383-4BA3-A4A5-418328170D53}" presName="vSp" presStyleCnt="0"/>
      <dgm:spPr/>
    </dgm:pt>
    <dgm:pt modelId="{B5586F78-1332-4930-BE31-C5408CCC4F8E}" type="pres">
      <dgm:prSet presAssocID="{96DE1D6A-C948-4B86-87C9-CDE764DAFA72}" presName="rectComp" presStyleCnt="0"/>
      <dgm:spPr/>
    </dgm:pt>
    <dgm:pt modelId="{A6A8FCA9-D27A-47F3-BF3F-7F5AF8E6958E}" type="pres">
      <dgm:prSet presAssocID="{96DE1D6A-C948-4B86-87C9-CDE764DAFA72}" presName="bgRect" presStyleLbl="bgShp" presStyleIdx="1" presStyleCnt="3"/>
      <dgm:spPr/>
    </dgm:pt>
    <dgm:pt modelId="{7D2E43FD-87E7-418F-BD67-38C7497203C2}" type="pres">
      <dgm:prSet presAssocID="{96DE1D6A-C948-4B86-87C9-CDE764DAFA72}" presName="bgRectTx" presStyleLbl="bgShp" presStyleIdx="1" presStyleCnt="3">
        <dgm:presLayoutVars>
          <dgm:bulletEnabled val="1"/>
        </dgm:presLayoutVars>
      </dgm:prSet>
      <dgm:spPr/>
    </dgm:pt>
    <dgm:pt modelId="{2928DB1C-F033-4909-86B4-F7445E611FD2}" type="pres">
      <dgm:prSet presAssocID="{96DE1D6A-C948-4B86-87C9-CDE764DAFA72}" presName="spComp" presStyleCnt="0"/>
      <dgm:spPr/>
    </dgm:pt>
    <dgm:pt modelId="{7A05E6FF-B515-41A8-8F01-10122BEC4C21}" type="pres">
      <dgm:prSet presAssocID="{96DE1D6A-C948-4B86-87C9-CDE764DAFA72}" presName="vSp" presStyleCnt="0"/>
      <dgm:spPr/>
    </dgm:pt>
    <dgm:pt modelId="{5F8259E4-129C-4641-9C8E-82077D829D4B}" type="pres">
      <dgm:prSet presAssocID="{7312AE44-061C-471A-9071-8D5F2A4C1E65}" presName="rectComp" presStyleCnt="0"/>
      <dgm:spPr/>
    </dgm:pt>
    <dgm:pt modelId="{466ECC4E-F6EC-43DC-BF06-472A3F103BA7}" type="pres">
      <dgm:prSet presAssocID="{7312AE44-061C-471A-9071-8D5F2A4C1E65}" presName="bgRect" presStyleLbl="bgShp" presStyleIdx="2" presStyleCnt="3"/>
      <dgm:spPr/>
    </dgm:pt>
    <dgm:pt modelId="{1D81A096-219A-4D10-A219-2380022027E3}" type="pres">
      <dgm:prSet presAssocID="{7312AE44-061C-471A-9071-8D5F2A4C1E65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F90B680A-71B3-4505-8090-D35758E8F06C}" type="presOf" srcId="{637A03B4-59B5-4A0B-9209-04AF114DB5E6}" destId="{1D526752-D39C-4A5F-B72D-10C258FC5FC6}" srcOrd="0" destOrd="0" presId="urn:microsoft.com/office/officeart/2005/8/layout/hierarchy6"/>
    <dgm:cxn modelId="{24F8220E-95E2-4209-BCD0-70DD050CA1E1}" srcId="{D553C7E5-DD51-4D5A-8A4F-A66A0754221D}" destId="{127AFAC6-5B0C-4F03-8E93-E51859CCC3BD}" srcOrd="0" destOrd="0" parTransId="{97F4ADB5-D5BF-44A3-A44A-A4B8558497E8}" sibTransId="{6EDAFAF1-7359-41F6-968C-7F9F7D4F6F58}"/>
    <dgm:cxn modelId="{47215620-6A99-4AEF-B98A-6CD3CEBAB944}" type="presOf" srcId="{909A5FEB-4EEA-4027-96DA-B6D09E26C1DE}" destId="{9559C281-C323-4E89-B45D-150BE539E04F}" srcOrd="0" destOrd="0" presId="urn:microsoft.com/office/officeart/2005/8/layout/hierarchy6"/>
    <dgm:cxn modelId="{3D70F521-B53D-422C-9CF1-E531E71C8EFE}" type="presOf" srcId="{96DE1D6A-C948-4B86-87C9-CDE764DAFA72}" destId="{A6A8FCA9-D27A-47F3-BF3F-7F5AF8E6958E}" srcOrd="0" destOrd="0" presId="urn:microsoft.com/office/officeart/2005/8/layout/hierarchy6"/>
    <dgm:cxn modelId="{4ED99F2A-AF8E-44FE-96F5-679156B90186}" type="presOf" srcId="{FC644A01-01F8-4F7C-B666-CC848D38FB56}" destId="{5902102C-6EFA-463C-816E-B53F2FCDC015}" srcOrd="0" destOrd="0" presId="urn:microsoft.com/office/officeart/2005/8/layout/hierarchy6"/>
    <dgm:cxn modelId="{486E0C2B-1E2F-4E82-A5D1-C58D0EEEE89B}" type="presOf" srcId="{7312AE44-061C-471A-9071-8D5F2A4C1E65}" destId="{466ECC4E-F6EC-43DC-BF06-472A3F103BA7}" srcOrd="0" destOrd="0" presId="urn:microsoft.com/office/officeart/2005/8/layout/hierarchy6"/>
    <dgm:cxn modelId="{C6A8592C-10A3-4476-8A2A-28041F640B58}" type="presOf" srcId="{7312AE44-061C-471A-9071-8D5F2A4C1E65}" destId="{1D81A096-219A-4D10-A219-2380022027E3}" srcOrd="1" destOrd="0" presId="urn:microsoft.com/office/officeart/2005/8/layout/hierarchy6"/>
    <dgm:cxn modelId="{7A66392E-CDC9-4892-9045-4D4A0572EA02}" srcId="{637A03B4-59B5-4A0B-9209-04AF114DB5E6}" destId="{909A5FEB-4EEA-4027-96DA-B6D09E26C1DE}" srcOrd="0" destOrd="0" parTransId="{1A81D156-12A6-4C1F-9031-D2F2C9F677EA}" sibTransId="{E3BA5689-34D0-446D-A21A-B0B921DD6B1F}"/>
    <dgm:cxn modelId="{12344C2F-2EE7-4AC8-8747-7F7C4F88A5C1}" type="presOf" srcId="{F0533F7A-8383-4BA3-A4A5-418328170D53}" destId="{FE87AE87-84ED-4BB6-B3B6-A4A55B193A71}" srcOrd="1" destOrd="0" presId="urn:microsoft.com/office/officeart/2005/8/layout/hierarchy6"/>
    <dgm:cxn modelId="{08F52E30-427E-4EF8-80DC-C3FD79B4CEA9}" type="presOf" srcId="{4F2471D8-C380-468F-8BD6-F21A56A6F6A2}" destId="{A722D2C5-C5F1-4A5E-972F-C3F2E8B7ACC9}" srcOrd="0" destOrd="0" presId="urn:microsoft.com/office/officeart/2005/8/layout/hierarchy6"/>
    <dgm:cxn modelId="{9BD2EF31-E0DA-4514-90D8-577BCAEF4F90}" type="presOf" srcId="{85BFA3F4-3AB7-4D3B-8581-FE5B0D0E4D27}" destId="{DBB18E3C-B33B-4201-8E2B-CFF146A4CB7D}" srcOrd="0" destOrd="0" presId="urn:microsoft.com/office/officeart/2005/8/layout/hierarchy6"/>
    <dgm:cxn modelId="{DAC9A037-2AFE-467D-BFC3-069A05C223C2}" type="presOf" srcId="{97F4ADB5-D5BF-44A3-A44A-A4B8558497E8}" destId="{C19D1E2C-E742-433D-8D0A-79FA02AD8342}" srcOrd="0" destOrd="0" presId="urn:microsoft.com/office/officeart/2005/8/layout/hierarchy6"/>
    <dgm:cxn modelId="{717FFF37-4FF3-424B-90AB-E40EBA959703}" srcId="{51BE6348-F8BA-4DB9-BB6A-AC6CDD4AAC90}" destId="{F0533F7A-8383-4BA3-A4A5-418328170D53}" srcOrd="1" destOrd="0" parTransId="{03F598D5-C9B2-4A63-A8D4-FB34B502984A}" sibTransId="{90C60454-4C0D-49EF-A77D-7D44F22F8D8F}"/>
    <dgm:cxn modelId="{57B8F139-D371-45E5-9693-84AD98206EE9}" type="presOf" srcId="{1A81D156-12A6-4C1F-9031-D2F2C9F677EA}" destId="{D2E5CDF6-9DB6-4FEC-AE38-3EC402B21DF4}" srcOrd="0" destOrd="0" presId="urn:microsoft.com/office/officeart/2005/8/layout/hierarchy6"/>
    <dgm:cxn modelId="{AA6B2D42-2E1A-4FA0-A5CE-F157495716B0}" type="presOf" srcId="{D553C7E5-DD51-4D5A-8A4F-A66A0754221D}" destId="{A3EFEC0B-A5AA-49BD-AE57-15945BFB06F7}" srcOrd="0" destOrd="0" presId="urn:microsoft.com/office/officeart/2005/8/layout/hierarchy6"/>
    <dgm:cxn modelId="{FC4ABE6A-DEA7-4310-920A-0AC11C23C2D8}" srcId="{51BE6348-F8BA-4DB9-BB6A-AC6CDD4AAC90}" destId="{E15F31A9-30B5-4FEA-8205-D5F6BB8A914F}" srcOrd="0" destOrd="0" parTransId="{84844E87-874E-4FF0-B25B-D3DB341B4256}" sibTransId="{9BA022F9-8E66-4154-9121-EC00FF559858}"/>
    <dgm:cxn modelId="{E7767F6D-79E1-48AD-A205-2A66308E0024}" type="presOf" srcId="{51BE6348-F8BA-4DB9-BB6A-AC6CDD4AAC90}" destId="{9C7D459D-EC0F-415A-AECF-107046FF2A74}" srcOrd="0" destOrd="0" presId="urn:microsoft.com/office/officeart/2005/8/layout/hierarchy6"/>
    <dgm:cxn modelId="{BAD09C50-6E64-43A4-9115-41408646D8B4}" type="presOf" srcId="{F0533F7A-8383-4BA3-A4A5-418328170D53}" destId="{25D8A062-24F1-4D8B-94C2-56451DB0DBC2}" srcOrd="0" destOrd="0" presId="urn:microsoft.com/office/officeart/2005/8/layout/hierarchy6"/>
    <dgm:cxn modelId="{79B1E854-DD80-4FA7-9490-55EC48623679}" type="presOf" srcId="{58527416-5AA8-45C6-8833-394CC604195D}" destId="{AF99514F-A9C9-49F0-A5CE-1FA1B5CC3E2C}" srcOrd="0" destOrd="0" presId="urn:microsoft.com/office/officeart/2005/8/layout/hierarchy6"/>
    <dgm:cxn modelId="{1D84BB86-88A6-4A87-B8DD-127EB221058E}" type="presOf" srcId="{127AFAC6-5B0C-4F03-8E93-E51859CCC3BD}" destId="{2243048D-68CB-4E3E-AF93-CCB84F726458}" srcOrd="0" destOrd="0" presId="urn:microsoft.com/office/officeart/2005/8/layout/hierarchy6"/>
    <dgm:cxn modelId="{60176697-3D4D-4726-A383-E880F280D3D5}" srcId="{E15F31A9-30B5-4FEA-8205-D5F6BB8A914F}" destId="{D553C7E5-DD51-4D5A-8A4F-A66A0754221D}" srcOrd="0" destOrd="0" parTransId="{58527416-5AA8-45C6-8833-394CC604195D}" sibTransId="{E8ED8C88-78F2-4D35-B855-E1998B6B7506}"/>
    <dgm:cxn modelId="{B7966CB5-F9EB-4A8E-BE0D-F314B855603E}" srcId="{51BE6348-F8BA-4DB9-BB6A-AC6CDD4AAC90}" destId="{7312AE44-061C-471A-9071-8D5F2A4C1E65}" srcOrd="3" destOrd="0" parTransId="{EC6F6E9D-A2C3-4788-BC8B-23CD1BC5117C}" sibTransId="{1A5460EF-94EA-4B73-AD53-5143514FA56D}"/>
    <dgm:cxn modelId="{5DDFA1B8-D166-4C4F-B576-1458F67AF439}" srcId="{E15F31A9-30B5-4FEA-8205-D5F6BB8A914F}" destId="{637A03B4-59B5-4A0B-9209-04AF114DB5E6}" srcOrd="1" destOrd="0" parTransId="{85BFA3F4-3AB7-4D3B-8581-FE5B0D0E4D27}" sibTransId="{99BCFF1A-F999-45E9-95C2-8C2A654BEE63}"/>
    <dgm:cxn modelId="{374292C6-D284-42A9-A2AD-2062FAA31FF8}" type="presOf" srcId="{E15F31A9-30B5-4FEA-8205-D5F6BB8A914F}" destId="{D8441642-754F-4D6D-A7D4-8B06811D47DF}" srcOrd="0" destOrd="0" presId="urn:microsoft.com/office/officeart/2005/8/layout/hierarchy6"/>
    <dgm:cxn modelId="{8D83F4C6-1164-422A-8008-8D57695544DB}" srcId="{51BE6348-F8BA-4DB9-BB6A-AC6CDD4AAC90}" destId="{96DE1D6A-C948-4B86-87C9-CDE764DAFA72}" srcOrd="2" destOrd="0" parTransId="{552D6AC6-F160-4DAF-82AB-49914766DC2B}" sibTransId="{ACE3E97B-924E-4BAF-95BB-3FEF8A3FA461}"/>
    <dgm:cxn modelId="{8CE3E8DA-190C-442F-B8CA-861591DA0685}" srcId="{D553C7E5-DD51-4D5A-8A4F-A66A0754221D}" destId="{4F2471D8-C380-468F-8BD6-F21A56A6F6A2}" srcOrd="1" destOrd="0" parTransId="{FC644A01-01F8-4F7C-B666-CC848D38FB56}" sibTransId="{B211A612-692B-4F72-A166-0098CD177892}"/>
    <dgm:cxn modelId="{B22367DE-9A92-420C-8A81-F1BE0A982EC8}" type="presOf" srcId="{96DE1D6A-C948-4B86-87C9-CDE764DAFA72}" destId="{7D2E43FD-87E7-418F-BD67-38C7497203C2}" srcOrd="1" destOrd="0" presId="urn:microsoft.com/office/officeart/2005/8/layout/hierarchy6"/>
    <dgm:cxn modelId="{00CED028-26C9-4F51-A092-D55A69106C19}" type="presParOf" srcId="{9C7D459D-EC0F-415A-AECF-107046FF2A74}" destId="{BE6424F2-5119-42D8-A316-F7C3957AA6C0}" srcOrd="0" destOrd="0" presId="urn:microsoft.com/office/officeart/2005/8/layout/hierarchy6"/>
    <dgm:cxn modelId="{C0B123CC-CFAE-419E-B2BC-D0735BC75E6D}" type="presParOf" srcId="{BE6424F2-5119-42D8-A316-F7C3957AA6C0}" destId="{2AF4C6A1-1608-4175-8D7B-63A38700E004}" srcOrd="0" destOrd="0" presId="urn:microsoft.com/office/officeart/2005/8/layout/hierarchy6"/>
    <dgm:cxn modelId="{EB50EF6C-E405-4F4B-AA9F-B1BF7582FDAE}" type="presParOf" srcId="{BE6424F2-5119-42D8-A316-F7C3957AA6C0}" destId="{C2E4845A-E25A-4556-8FDC-28882157E527}" srcOrd="1" destOrd="0" presId="urn:microsoft.com/office/officeart/2005/8/layout/hierarchy6"/>
    <dgm:cxn modelId="{3950418D-0AD7-417E-B4CB-06D9DAEC05DF}" type="presParOf" srcId="{C2E4845A-E25A-4556-8FDC-28882157E527}" destId="{C87599DA-AB6C-4A5A-8B71-3582660BA72F}" srcOrd="0" destOrd="0" presId="urn:microsoft.com/office/officeart/2005/8/layout/hierarchy6"/>
    <dgm:cxn modelId="{D890F182-29DE-48DA-8314-630B08E71D07}" type="presParOf" srcId="{C87599DA-AB6C-4A5A-8B71-3582660BA72F}" destId="{D8441642-754F-4D6D-A7D4-8B06811D47DF}" srcOrd="0" destOrd="0" presId="urn:microsoft.com/office/officeart/2005/8/layout/hierarchy6"/>
    <dgm:cxn modelId="{EC80EE28-A0FB-443C-86D9-8C851F1AB0ED}" type="presParOf" srcId="{C87599DA-AB6C-4A5A-8B71-3582660BA72F}" destId="{5916A5AD-B8A6-4F9A-A400-D555E2EF6BE0}" srcOrd="1" destOrd="0" presId="urn:microsoft.com/office/officeart/2005/8/layout/hierarchy6"/>
    <dgm:cxn modelId="{20727F78-221E-43BC-B630-D86F055D246C}" type="presParOf" srcId="{5916A5AD-B8A6-4F9A-A400-D555E2EF6BE0}" destId="{AF99514F-A9C9-49F0-A5CE-1FA1B5CC3E2C}" srcOrd="0" destOrd="0" presId="urn:microsoft.com/office/officeart/2005/8/layout/hierarchy6"/>
    <dgm:cxn modelId="{D6D07D50-A6C5-4CFD-9299-6584A4BC89A3}" type="presParOf" srcId="{5916A5AD-B8A6-4F9A-A400-D555E2EF6BE0}" destId="{B63E5CDB-C43E-44FD-8C7A-9CA600B6C4A5}" srcOrd="1" destOrd="0" presId="urn:microsoft.com/office/officeart/2005/8/layout/hierarchy6"/>
    <dgm:cxn modelId="{65910C2F-A03C-472D-9FCD-B6908302936C}" type="presParOf" srcId="{B63E5CDB-C43E-44FD-8C7A-9CA600B6C4A5}" destId="{A3EFEC0B-A5AA-49BD-AE57-15945BFB06F7}" srcOrd="0" destOrd="0" presId="urn:microsoft.com/office/officeart/2005/8/layout/hierarchy6"/>
    <dgm:cxn modelId="{FB3E2E0B-C9BC-47F4-B5FC-AD4646B6FD1C}" type="presParOf" srcId="{B63E5CDB-C43E-44FD-8C7A-9CA600B6C4A5}" destId="{C99F8AD3-6F02-47B6-981B-E2EE52C2C76C}" srcOrd="1" destOrd="0" presId="urn:microsoft.com/office/officeart/2005/8/layout/hierarchy6"/>
    <dgm:cxn modelId="{87B136BC-FA0C-44B1-9C77-010E41F8D487}" type="presParOf" srcId="{C99F8AD3-6F02-47B6-981B-E2EE52C2C76C}" destId="{C19D1E2C-E742-433D-8D0A-79FA02AD8342}" srcOrd="0" destOrd="0" presId="urn:microsoft.com/office/officeart/2005/8/layout/hierarchy6"/>
    <dgm:cxn modelId="{1D042BCD-66FA-42C2-BA48-6E5D09CAF575}" type="presParOf" srcId="{C99F8AD3-6F02-47B6-981B-E2EE52C2C76C}" destId="{740ACE47-00F3-4392-929F-94E8438A55A2}" srcOrd="1" destOrd="0" presId="urn:microsoft.com/office/officeart/2005/8/layout/hierarchy6"/>
    <dgm:cxn modelId="{33BAB7C9-EED9-485D-B9CA-4E6AD948CB36}" type="presParOf" srcId="{740ACE47-00F3-4392-929F-94E8438A55A2}" destId="{2243048D-68CB-4E3E-AF93-CCB84F726458}" srcOrd="0" destOrd="0" presId="urn:microsoft.com/office/officeart/2005/8/layout/hierarchy6"/>
    <dgm:cxn modelId="{1DA7D76C-AEA8-439C-8524-1428DA4A062B}" type="presParOf" srcId="{740ACE47-00F3-4392-929F-94E8438A55A2}" destId="{0A66574C-F4EC-438A-B57D-F2B0F55F243B}" srcOrd="1" destOrd="0" presId="urn:microsoft.com/office/officeart/2005/8/layout/hierarchy6"/>
    <dgm:cxn modelId="{78E22391-50AA-47B8-829C-C08E88BAAEA0}" type="presParOf" srcId="{C99F8AD3-6F02-47B6-981B-E2EE52C2C76C}" destId="{5902102C-6EFA-463C-816E-B53F2FCDC015}" srcOrd="2" destOrd="0" presId="urn:microsoft.com/office/officeart/2005/8/layout/hierarchy6"/>
    <dgm:cxn modelId="{3DEDB8EC-8544-43DF-8297-8CC6E84BA49D}" type="presParOf" srcId="{C99F8AD3-6F02-47B6-981B-E2EE52C2C76C}" destId="{F4ABC0AD-5B79-4F04-B8D9-DEE07120C7B7}" srcOrd="3" destOrd="0" presId="urn:microsoft.com/office/officeart/2005/8/layout/hierarchy6"/>
    <dgm:cxn modelId="{D1929C2D-6C6E-4EFD-9324-EF6AB7036E34}" type="presParOf" srcId="{F4ABC0AD-5B79-4F04-B8D9-DEE07120C7B7}" destId="{A722D2C5-C5F1-4A5E-972F-C3F2E8B7ACC9}" srcOrd="0" destOrd="0" presId="urn:microsoft.com/office/officeart/2005/8/layout/hierarchy6"/>
    <dgm:cxn modelId="{4C9ED5AC-B152-474D-B010-A541987DE237}" type="presParOf" srcId="{F4ABC0AD-5B79-4F04-B8D9-DEE07120C7B7}" destId="{6AFAA595-B9EE-43D4-B53E-FC5906404A2A}" srcOrd="1" destOrd="0" presId="urn:microsoft.com/office/officeart/2005/8/layout/hierarchy6"/>
    <dgm:cxn modelId="{A1836244-7725-46D5-A318-8B55E562A3D7}" type="presParOf" srcId="{5916A5AD-B8A6-4F9A-A400-D555E2EF6BE0}" destId="{DBB18E3C-B33B-4201-8E2B-CFF146A4CB7D}" srcOrd="2" destOrd="0" presId="urn:microsoft.com/office/officeart/2005/8/layout/hierarchy6"/>
    <dgm:cxn modelId="{DAE1DA9B-7FBD-46BE-B443-99529F2CF845}" type="presParOf" srcId="{5916A5AD-B8A6-4F9A-A400-D555E2EF6BE0}" destId="{048D8A8D-053C-47BB-AB8A-4726DFB4E2F8}" srcOrd="3" destOrd="0" presId="urn:microsoft.com/office/officeart/2005/8/layout/hierarchy6"/>
    <dgm:cxn modelId="{A1922C7F-938C-4C13-AA37-AA15520F7B6A}" type="presParOf" srcId="{048D8A8D-053C-47BB-AB8A-4726DFB4E2F8}" destId="{1D526752-D39C-4A5F-B72D-10C258FC5FC6}" srcOrd="0" destOrd="0" presId="urn:microsoft.com/office/officeart/2005/8/layout/hierarchy6"/>
    <dgm:cxn modelId="{DA22E769-C8FA-4B30-8977-DABED09001E1}" type="presParOf" srcId="{048D8A8D-053C-47BB-AB8A-4726DFB4E2F8}" destId="{846F1729-DC10-4731-9C82-9CC6A267471D}" srcOrd="1" destOrd="0" presId="urn:microsoft.com/office/officeart/2005/8/layout/hierarchy6"/>
    <dgm:cxn modelId="{D6061052-0E8C-4307-ABAC-7FACD69783B9}" type="presParOf" srcId="{846F1729-DC10-4731-9C82-9CC6A267471D}" destId="{D2E5CDF6-9DB6-4FEC-AE38-3EC402B21DF4}" srcOrd="0" destOrd="0" presId="urn:microsoft.com/office/officeart/2005/8/layout/hierarchy6"/>
    <dgm:cxn modelId="{BE1E3E2C-B6E6-47D1-AE13-CBA7765B8308}" type="presParOf" srcId="{846F1729-DC10-4731-9C82-9CC6A267471D}" destId="{5E559A37-740D-445F-ABA3-0C76F880156A}" srcOrd="1" destOrd="0" presId="urn:microsoft.com/office/officeart/2005/8/layout/hierarchy6"/>
    <dgm:cxn modelId="{50B1B3FF-83C3-4A7D-A8CB-9D2B5D9E2F66}" type="presParOf" srcId="{5E559A37-740D-445F-ABA3-0C76F880156A}" destId="{9559C281-C323-4E89-B45D-150BE539E04F}" srcOrd="0" destOrd="0" presId="urn:microsoft.com/office/officeart/2005/8/layout/hierarchy6"/>
    <dgm:cxn modelId="{68CC0DB4-739C-4261-AA87-A27C1F56BAFE}" type="presParOf" srcId="{5E559A37-740D-445F-ABA3-0C76F880156A}" destId="{B1CBCDCD-4410-4C33-A67F-5F997F3D59CB}" srcOrd="1" destOrd="0" presId="urn:microsoft.com/office/officeart/2005/8/layout/hierarchy6"/>
    <dgm:cxn modelId="{56476AB2-EE23-4C86-879B-2D6CA780BC26}" type="presParOf" srcId="{9C7D459D-EC0F-415A-AECF-107046FF2A74}" destId="{3803027C-E2D6-4D07-B11B-A97666506F69}" srcOrd="1" destOrd="0" presId="urn:microsoft.com/office/officeart/2005/8/layout/hierarchy6"/>
    <dgm:cxn modelId="{5F03D4AA-77B4-4A25-9F0D-939B66D1E18E}" type="presParOf" srcId="{3803027C-E2D6-4D07-B11B-A97666506F69}" destId="{53612B68-C3F5-4147-814F-5E62720B4D49}" srcOrd="0" destOrd="0" presId="urn:microsoft.com/office/officeart/2005/8/layout/hierarchy6"/>
    <dgm:cxn modelId="{CFF55C54-3979-4963-BCA2-D7AA7B063C33}" type="presParOf" srcId="{53612B68-C3F5-4147-814F-5E62720B4D49}" destId="{25D8A062-24F1-4D8B-94C2-56451DB0DBC2}" srcOrd="0" destOrd="0" presId="urn:microsoft.com/office/officeart/2005/8/layout/hierarchy6"/>
    <dgm:cxn modelId="{230D3A58-E5B6-49D8-88AB-CFD30309153D}" type="presParOf" srcId="{53612B68-C3F5-4147-814F-5E62720B4D49}" destId="{FE87AE87-84ED-4BB6-B3B6-A4A55B193A71}" srcOrd="1" destOrd="0" presId="urn:microsoft.com/office/officeart/2005/8/layout/hierarchy6"/>
    <dgm:cxn modelId="{AA2E74B9-51A1-4A70-A14E-80D866D7AD83}" type="presParOf" srcId="{3803027C-E2D6-4D07-B11B-A97666506F69}" destId="{B0226FC6-4F8C-488E-AA0D-9E49DE067432}" srcOrd="1" destOrd="0" presId="urn:microsoft.com/office/officeart/2005/8/layout/hierarchy6"/>
    <dgm:cxn modelId="{37E04D76-EE7B-4A49-B31A-083EA65658F5}" type="presParOf" srcId="{B0226FC6-4F8C-488E-AA0D-9E49DE067432}" destId="{A0334854-52B6-488E-A321-3604BBF5FA98}" srcOrd="0" destOrd="0" presId="urn:microsoft.com/office/officeart/2005/8/layout/hierarchy6"/>
    <dgm:cxn modelId="{786C556C-1770-4037-BF0F-57EF38DCA365}" type="presParOf" srcId="{3803027C-E2D6-4D07-B11B-A97666506F69}" destId="{B5586F78-1332-4930-BE31-C5408CCC4F8E}" srcOrd="2" destOrd="0" presId="urn:microsoft.com/office/officeart/2005/8/layout/hierarchy6"/>
    <dgm:cxn modelId="{5DEA459F-A05B-4CE3-A06B-DC2789E48397}" type="presParOf" srcId="{B5586F78-1332-4930-BE31-C5408CCC4F8E}" destId="{A6A8FCA9-D27A-47F3-BF3F-7F5AF8E6958E}" srcOrd="0" destOrd="0" presId="urn:microsoft.com/office/officeart/2005/8/layout/hierarchy6"/>
    <dgm:cxn modelId="{E8FCB22E-A1CF-4B94-BCBB-F4F580557E2B}" type="presParOf" srcId="{B5586F78-1332-4930-BE31-C5408CCC4F8E}" destId="{7D2E43FD-87E7-418F-BD67-38C7497203C2}" srcOrd="1" destOrd="0" presId="urn:microsoft.com/office/officeart/2005/8/layout/hierarchy6"/>
    <dgm:cxn modelId="{13E32C09-B1EE-4F71-9718-1FB5CE7E4D86}" type="presParOf" srcId="{3803027C-E2D6-4D07-B11B-A97666506F69}" destId="{2928DB1C-F033-4909-86B4-F7445E611FD2}" srcOrd="3" destOrd="0" presId="urn:microsoft.com/office/officeart/2005/8/layout/hierarchy6"/>
    <dgm:cxn modelId="{30B55CC3-583B-4FFB-AF12-2EDC9A72AFC9}" type="presParOf" srcId="{2928DB1C-F033-4909-86B4-F7445E611FD2}" destId="{7A05E6FF-B515-41A8-8F01-10122BEC4C21}" srcOrd="0" destOrd="0" presId="urn:microsoft.com/office/officeart/2005/8/layout/hierarchy6"/>
    <dgm:cxn modelId="{8190B04F-4E12-4159-AD7E-86A5124EF9CB}" type="presParOf" srcId="{3803027C-E2D6-4D07-B11B-A97666506F69}" destId="{5F8259E4-129C-4641-9C8E-82077D829D4B}" srcOrd="4" destOrd="0" presId="urn:microsoft.com/office/officeart/2005/8/layout/hierarchy6"/>
    <dgm:cxn modelId="{9B8F0AEF-696B-4518-B8CE-ED0261851887}" type="presParOf" srcId="{5F8259E4-129C-4641-9C8E-82077D829D4B}" destId="{466ECC4E-F6EC-43DC-BF06-472A3F103BA7}" srcOrd="0" destOrd="0" presId="urn:microsoft.com/office/officeart/2005/8/layout/hierarchy6"/>
    <dgm:cxn modelId="{3C18736E-9833-4342-AF41-6167FD0871E3}" type="presParOf" srcId="{5F8259E4-129C-4641-9C8E-82077D829D4B}" destId="{1D81A096-219A-4D10-A219-2380022027E3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ECC4E-F6EC-43DC-BF06-472A3F103BA7}">
      <dsp:nvSpPr>
        <dsp:cNvPr id="0" name=""/>
        <dsp:cNvSpPr/>
      </dsp:nvSpPr>
      <dsp:spPr>
        <a:xfrm>
          <a:off x="0" y="3754603"/>
          <a:ext cx="6858000" cy="103539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900" kern="1200"/>
        </a:p>
      </dsp:txBody>
      <dsp:txXfrm>
        <a:off x="0" y="3754603"/>
        <a:ext cx="2057400" cy="1035397"/>
      </dsp:txXfrm>
    </dsp:sp>
    <dsp:sp modelId="{A6A8FCA9-D27A-47F3-BF3F-7F5AF8E6958E}">
      <dsp:nvSpPr>
        <dsp:cNvPr id="0" name=""/>
        <dsp:cNvSpPr/>
      </dsp:nvSpPr>
      <dsp:spPr>
        <a:xfrm>
          <a:off x="0" y="2546640"/>
          <a:ext cx="6858000" cy="103539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900" kern="1200"/>
        </a:p>
      </dsp:txBody>
      <dsp:txXfrm>
        <a:off x="0" y="2546640"/>
        <a:ext cx="2057400" cy="1035397"/>
      </dsp:txXfrm>
    </dsp:sp>
    <dsp:sp modelId="{25D8A062-24F1-4D8B-94C2-56451DB0DBC2}">
      <dsp:nvSpPr>
        <dsp:cNvPr id="0" name=""/>
        <dsp:cNvSpPr/>
      </dsp:nvSpPr>
      <dsp:spPr>
        <a:xfrm>
          <a:off x="0" y="1338676"/>
          <a:ext cx="6858000" cy="103539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Data </a:t>
          </a:r>
          <a:r>
            <a:rPr lang="de-DE" sz="1900" kern="1200" dirty="0" err="1"/>
            <a:t>exploration</a:t>
          </a:r>
          <a:r>
            <a:rPr lang="de-DE" sz="1900" kern="1200" dirty="0"/>
            <a:t> &amp; </a:t>
          </a:r>
          <a:r>
            <a:rPr lang="de-DE" sz="1900" kern="1200" dirty="0" err="1"/>
            <a:t>preprocessing</a:t>
          </a:r>
          <a:endParaRPr lang="de-DE" sz="1900" kern="1200" dirty="0"/>
        </a:p>
      </dsp:txBody>
      <dsp:txXfrm>
        <a:off x="0" y="1338676"/>
        <a:ext cx="2057400" cy="1035397"/>
      </dsp:txXfrm>
    </dsp:sp>
    <dsp:sp modelId="{D8441642-754F-4D6D-A7D4-8B06811D47DF}">
      <dsp:nvSpPr>
        <dsp:cNvPr id="0" name=""/>
        <dsp:cNvSpPr/>
      </dsp:nvSpPr>
      <dsp:spPr>
        <a:xfrm>
          <a:off x="4101667" y="1463079"/>
          <a:ext cx="1294246" cy="862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- </a:t>
          </a:r>
          <a:r>
            <a:rPr lang="de-DE" sz="1400" kern="1200" dirty="0" err="1"/>
            <a:t>Added</a:t>
          </a:r>
          <a:r>
            <a:rPr lang="de-DE" sz="1400" kern="1200" dirty="0"/>
            <a:t> </a:t>
          </a:r>
          <a:r>
            <a:rPr lang="de-DE" sz="1400" kern="1200" dirty="0" err="1"/>
            <a:t>missing</a:t>
          </a:r>
          <a:r>
            <a:rPr lang="de-DE" sz="140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400" kern="1200" dirty="0" err="1"/>
            <a:t>build</a:t>
          </a:r>
          <a:endParaRPr lang="de-DE" sz="1400" kern="1200" dirty="0"/>
        </a:p>
      </dsp:txBody>
      <dsp:txXfrm>
        <a:off x="4126938" y="1488350"/>
        <a:ext cx="1243704" cy="812289"/>
      </dsp:txXfrm>
    </dsp:sp>
    <dsp:sp modelId="{AF99514F-A9C9-49F0-A5CE-1FA1B5CC3E2C}">
      <dsp:nvSpPr>
        <dsp:cNvPr id="0" name=""/>
        <dsp:cNvSpPr/>
      </dsp:nvSpPr>
      <dsp:spPr>
        <a:xfrm>
          <a:off x="3547859" y="2325910"/>
          <a:ext cx="1200931" cy="307012"/>
        </a:xfrm>
        <a:custGeom>
          <a:avLst/>
          <a:gdLst/>
          <a:ahLst/>
          <a:cxnLst/>
          <a:rect l="0" t="0" r="0" b="0"/>
          <a:pathLst>
            <a:path>
              <a:moveTo>
                <a:pt x="1200931" y="0"/>
              </a:moveTo>
              <a:lnTo>
                <a:pt x="1200931" y="153506"/>
              </a:lnTo>
              <a:lnTo>
                <a:pt x="0" y="153506"/>
              </a:lnTo>
              <a:lnTo>
                <a:pt x="0" y="3070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EFEC0B-A5AA-49BD-AE57-15945BFB06F7}">
      <dsp:nvSpPr>
        <dsp:cNvPr id="0" name=""/>
        <dsp:cNvSpPr/>
      </dsp:nvSpPr>
      <dsp:spPr>
        <a:xfrm>
          <a:off x="2900736" y="2632923"/>
          <a:ext cx="1294246" cy="862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400" kern="1200"/>
        </a:p>
      </dsp:txBody>
      <dsp:txXfrm>
        <a:off x="2926007" y="2658194"/>
        <a:ext cx="1243704" cy="812289"/>
      </dsp:txXfrm>
    </dsp:sp>
    <dsp:sp modelId="{C19D1E2C-E742-433D-8D0A-79FA02AD8342}">
      <dsp:nvSpPr>
        <dsp:cNvPr id="0" name=""/>
        <dsp:cNvSpPr/>
      </dsp:nvSpPr>
      <dsp:spPr>
        <a:xfrm>
          <a:off x="2706599" y="3495754"/>
          <a:ext cx="841260" cy="345132"/>
        </a:xfrm>
        <a:custGeom>
          <a:avLst/>
          <a:gdLst/>
          <a:ahLst/>
          <a:cxnLst/>
          <a:rect l="0" t="0" r="0" b="0"/>
          <a:pathLst>
            <a:path>
              <a:moveTo>
                <a:pt x="841260" y="0"/>
              </a:moveTo>
              <a:lnTo>
                <a:pt x="841260" y="172566"/>
              </a:lnTo>
              <a:lnTo>
                <a:pt x="0" y="172566"/>
              </a:lnTo>
              <a:lnTo>
                <a:pt x="0" y="345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43048D-68CB-4E3E-AF93-CCB84F726458}">
      <dsp:nvSpPr>
        <dsp:cNvPr id="0" name=""/>
        <dsp:cNvSpPr/>
      </dsp:nvSpPr>
      <dsp:spPr>
        <a:xfrm>
          <a:off x="2059476" y="3840886"/>
          <a:ext cx="1294246" cy="862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400" kern="1200"/>
        </a:p>
      </dsp:txBody>
      <dsp:txXfrm>
        <a:off x="2084747" y="3866157"/>
        <a:ext cx="1243704" cy="812289"/>
      </dsp:txXfrm>
    </dsp:sp>
    <dsp:sp modelId="{5902102C-6EFA-463C-816E-B53F2FCDC015}">
      <dsp:nvSpPr>
        <dsp:cNvPr id="0" name=""/>
        <dsp:cNvSpPr/>
      </dsp:nvSpPr>
      <dsp:spPr>
        <a:xfrm>
          <a:off x="3547859" y="3495754"/>
          <a:ext cx="841260" cy="3451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566"/>
              </a:lnTo>
              <a:lnTo>
                <a:pt x="841260" y="172566"/>
              </a:lnTo>
              <a:lnTo>
                <a:pt x="841260" y="345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22D2C5-C5F1-4A5E-972F-C3F2E8B7ACC9}">
      <dsp:nvSpPr>
        <dsp:cNvPr id="0" name=""/>
        <dsp:cNvSpPr/>
      </dsp:nvSpPr>
      <dsp:spPr>
        <a:xfrm>
          <a:off x="3741996" y="3840886"/>
          <a:ext cx="1294246" cy="862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400" kern="1200"/>
        </a:p>
      </dsp:txBody>
      <dsp:txXfrm>
        <a:off x="3767267" y="3866157"/>
        <a:ext cx="1243704" cy="812289"/>
      </dsp:txXfrm>
    </dsp:sp>
    <dsp:sp modelId="{DBB18E3C-B33B-4201-8E2B-CFF146A4CB7D}">
      <dsp:nvSpPr>
        <dsp:cNvPr id="0" name=""/>
        <dsp:cNvSpPr/>
      </dsp:nvSpPr>
      <dsp:spPr>
        <a:xfrm>
          <a:off x="4748791" y="2325910"/>
          <a:ext cx="1322849" cy="307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506"/>
              </a:lnTo>
              <a:lnTo>
                <a:pt x="1322849" y="153506"/>
              </a:lnTo>
              <a:lnTo>
                <a:pt x="1322849" y="3070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526752-D39C-4A5F-B72D-10C258FC5FC6}">
      <dsp:nvSpPr>
        <dsp:cNvPr id="0" name=""/>
        <dsp:cNvSpPr/>
      </dsp:nvSpPr>
      <dsp:spPr>
        <a:xfrm>
          <a:off x="5424517" y="2632923"/>
          <a:ext cx="1294246" cy="862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400" kern="1200"/>
        </a:p>
      </dsp:txBody>
      <dsp:txXfrm>
        <a:off x="5449788" y="2658194"/>
        <a:ext cx="1243704" cy="812289"/>
      </dsp:txXfrm>
    </dsp:sp>
    <dsp:sp modelId="{D2E5CDF6-9DB6-4FEC-AE38-3EC402B21DF4}">
      <dsp:nvSpPr>
        <dsp:cNvPr id="0" name=""/>
        <dsp:cNvSpPr/>
      </dsp:nvSpPr>
      <dsp:spPr>
        <a:xfrm>
          <a:off x="6025920" y="3495754"/>
          <a:ext cx="91440" cy="3451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5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59C281-C323-4E89-B45D-150BE539E04F}">
      <dsp:nvSpPr>
        <dsp:cNvPr id="0" name=""/>
        <dsp:cNvSpPr/>
      </dsp:nvSpPr>
      <dsp:spPr>
        <a:xfrm>
          <a:off x="5424517" y="3840886"/>
          <a:ext cx="1294246" cy="8628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400" kern="1200"/>
        </a:p>
      </dsp:txBody>
      <dsp:txXfrm>
        <a:off x="5449788" y="3866157"/>
        <a:ext cx="1243704" cy="812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0640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7611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2762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8644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85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60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793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84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8003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11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886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12338B-2F73-4A14-8489-E3CA57DF39F8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DE36E-9AE3-4F6A-A827-640796437E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264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5DDFB-4662-E35D-C16C-B77A7B534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219918"/>
            <a:ext cx="5829300" cy="730385"/>
          </a:xfrm>
        </p:spPr>
        <p:txBody>
          <a:bodyPr/>
          <a:lstStyle/>
          <a:p>
            <a:r>
              <a:rPr lang="de-DE" dirty="0"/>
              <a:t>Workflow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97018F-EC2C-5DDF-A110-CD658F44D4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de-DE" dirty="0"/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D3657FDF-7D39-DAB3-7CF2-20E7779AB1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2510469"/>
              </p:ext>
            </p:extLst>
          </p:nvPr>
        </p:nvGraphicFramePr>
        <p:xfrm>
          <a:off x="0" y="950302"/>
          <a:ext cx="6858000" cy="6128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3609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</Words>
  <Application>Microsoft Office PowerPoint</Application>
  <PresentationFormat>Breitbild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Fabio Hafer - luca.hafer@studio.unibo.it</dc:creator>
  <cp:lastModifiedBy>Luca Fabio Hafer - luca.hafer@studio.unibo.it</cp:lastModifiedBy>
  <cp:revision>1</cp:revision>
  <dcterms:created xsi:type="dcterms:W3CDTF">2026-07-17T13:01:01Z</dcterms:created>
  <dcterms:modified xsi:type="dcterms:W3CDTF">2026-07-17T13:09:19Z</dcterms:modified>
</cp:coreProperties>
</file>